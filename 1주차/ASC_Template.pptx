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300" r:id="rId3"/>
    <p:sldId id="30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박성준" initials="박" lastIdx="34" clrIdx="0">
    <p:extLst>
      <p:ext uri="{19B8F6BF-5375-455C-9EA6-DF929625EA0E}">
        <p15:presenceInfo xmlns:p15="http://schemas.microsoft.com/office/powerpoint/2012/main" userId="박성준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2709F6-7572-1D49-B376-01FC961A2556}" v="1" dt="2023-03-19T17:35:35.2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7" autoAdjust="0"/>
    <p:restoredTop sz="94669"/>
  </p:normalViewPr>
  <p:slideViewPr>
    <p:cSldViewPr snapToGrid="0">
      <p:cViewPr varScale="1">
        <p:scale>
          <a:sx n="114" d="100"/>
          <a:sy n="114" d="100"/>
        </p:scale>
        <p:origin x="5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f4acfe56-4bee-4f41-9e4a-a625955d4684" providerId="ADAL" clId="{4E56BDB7-BFC9-6A4D-A841-BF43345F7E29}"/>
    <pc:docChg chg="custSel modSld">
      <pc:chgData name=" " userId="f4acfe56-4bee-4f41-9e4a-a625955d4684" providerId="ADAL" clId="{4E56BDB7-BFC9-6A4D-A841-BF43345F7E29}" dt="2021-07-08T04:10:32.024" v="34" actId="20577"/>
      <pc:docMkLst>
        <pc:docMk/>
      </pc:docMkLst>
      <pc:sldChg chg="modSp">
        <pc:chgData name=" " userId="f4acfe56-4bee-4f41-9e4a-a625955d4684" providerId="ADAL" clId="{4E56BDB7-BFC9-6A4D-A841-BF43345F7E29}" dt="2021-07-08T04:10:32.024" v="34" actId="20577"/>
        <pc:sldMkLst>
          <pc:docMk/>
          <pc:sldMk cId="146424378" sldId="259"/>
        </pc:sldMkLst>
        <pc:spChg chg="mod">
          <ac:chgData name=" " userId="f4acfe56-4bee-4f41-9e4a-a625955d4684" providerId="ADAL" clId="{4E56BDB7-BFC9-6A4D-A841-BF43345F7E29}" dt="2021-07-08T04:10:32.024" v="34" actId="20577"/>
          <ac:spMkLst>
            <pc:docMk/>
            <pc:sldMk cId="146424378" sldId="259"/>
            <ac:spMk id="2" creationId="{3251E828-AF93-40B8-AD1D-8D8781C652A0}"/>
          </ac:spMkLst>
        </pc:spChg>
      </pc:sldChg>
      <pc:sldChg chg="modSp">
        <pc:chgData name=" " userId="f4acfe56-4bee-4f41-9e4a-a625955d4684" providerId="ADAL" clId="{4E56BDB7-BFC9-6A4D-A841-BF43345F7E29}" dt="2021-07-08T01:20:59.340" v="23" actId="20577"/>
        <pc:sldMkLst>
          <pc:docMk/>
          <pc:sldMk cId="1705720005" sldId="260"/>
        </pc:sldMkLst>
        <pc:spChg chg="mod">
          <ac:chgData name=" " userId="f4acfe56-4bee-4f41-9e4a-a625955d4684" providerId="ADAL" clId="{4E56BDB7-BFC9-6A4D-A841-BF43345F7E29}" dt="2021-07-08T01:20:59.340" v="23" actId="20577"/>
          <ac:spMkLst>
            <pc:docMk/>
            <pc:sldMk cId="1705720005" sldId="260"/>
            <ac:spMk id="5" creationId="{8F724A18-BD2F-4CC5-BCDE-9F110DE3A5F7}"/>
          </ac:spMkLst>
        </pc:spChg>
      </pc:sldChg>
      <pc:sldChg chg="modSp">
        <pc:chgData name=" " userId="f4acfe56-4bee-4f41-9e4a-a625955d4684" providerId="ADAL" clId="{4E56BDB7-BFC9-6A4D-A841-BF43345F7E29}" dt="2021-07-07T19:35:23.579" v="14" actId="20577"/>
        <pc:sldMkLst>
          <pc:docMk/>
          <pc:sldMk cId="2777321195" sldId="279"/>
        </pc:sldMkLst>
        <pc:spChg chg="mod">
          <ac:chgData name=" " userId="f4acfe56-4bee-4f41-9e4a-a625955d4684" providerId="ADAL" clId="{4E56BDB7-BFC9-6A4D-A841-BF43345F7E29}" dt="2021-07-07T19:35:23.579" v="14" actId="20577"/>
          <ac:spMkLst>
            <pc:docMk/>
            <pc:sldMk cId="2777321195" sldId="279"/>
            <ac:spMk id="6" creationId="{EAD655E6-A3D8-4BD6-9C57-C5EE97E2E154}"/>
          </ac:spMkLst>
        </pc:spChg>
      </pc:sldChg>
      <pc:sldChg chg="modSp">
        <pc:chgData name=" " userId="f4acfe56-4bee-4f41-9e4a-a625955d4684" providerId="ADAL" clId="{4E56BDB7-BFC9-6A4D-A841-BF43345F7E29}" dt="2021-07-08T01:21:33.677" v="26" actId="1076"/>
        <pc:sldMkLst>
          <pc:docMk/>
          <pc:sldMk cId="3571302514" sldId="287"/>
        </pc:sldMkLst>
        <pc:spChg chg="mod">
          <ac:chgData name=" " userId="f4acfe56-4bee-4f41-9e4a-a625955d4684" providerId="ADAL" clId="{4E56BDB7-BFC9-6A4D-A841-BF43345F7E29}" dt="2021-07-08T01:21:33.677" v="26" actId="1076"/>
          <ac:spMkLst>
            <pc:docMk/>
            <pc:sldMk cId="3571302514" sldId="287"/>
            <ac:spMk id="6" creationId="{60A0F167-2F4C-4C88-BC5D-EF86EA32E2DC}"/>
          </ac:spMkLst>
        </pc:spChg>
      </pc:sldChg>
      <pc:sldChg chg="modSp">
        <pc:chgData name=" " userId="f4acfe56-4bee-4f41-9e4a-a625955d4684" providerId="ADAL" clId="{4E56BDB7-BFC9-6A4D-A841-BF43345F7E29}" dt="2021-07-07T19:36:34.503" v="15" actId="14100"/>
        <pc:sldMkLst>
          <pc:docMk/>
          <pc:sldMk cId="2196661402" sldId="318"/>
        </pc:sldMkLst>
        <pc:spChg chg="mod">
          <ac:chgData name=" " userId="f4acfe56-4bee-4f41-9e4a-a625955d4684" providerId="ADAL" clId="{4E56BDB7-BFC9-6A4D-A841-BF43345F7E29}" dt="2021-07-07T19:36:34.503" v="15" actId="14100"/>
          <ac:spMkLst>
            <pc:docMk/>
            <pc:sldMk cId="2196661402" sldId="318"/>
            <ac:spMk id="8" creationId="{AD12F024-9DBA-4189-89FB-C8BD1C4B81A8}"/>
          </ac:spMkLst>
        </pc:spChg>
      </pc:sldChg>
      <pc:sldChg chg="modSp">
        <pc:chgData name=" " userId="f4acfe56-4bee-4f41-9e4a-a625955d4684" providerId="ADAL" clId="{4E56BDB7-BFC9-6A4D-A841-BF43345F7E29}" dt="2021-07-07T19:36:44.139" v="17" actId="1036"/>
        <pc:sldMkLst>
          <pc:docMk/>
          <pc:sldMk cId="3915367215" sldId="339"/>
        </pc:sldMkLst>
        <pc:spChg chg="mod">
          <ac:chgData name=" " userId="f4acfe56-4bee-4f41-9e4a-a625955d4684" providerId="ADAL" clId="{4E56BDB7-BFC9-6A4D-A841-BF43345F7E29}" dt="2021-07-07T19:36:44.139" v="17" actId="1036"/>
          <ac:spMkLst>
            <pc:docMk/>
            <pc:sldMk cId="3915367215" sldId="339"/>
            <ac:spMk id="8" creationId="{AD12F024-9DBA-4189-89FB-C8BD1C4B81A8}"/>
          </ac:spMkLst>
        </pc:spChg>
      </pc:sldChg>
      <pc:sldChg chg="modSp">
        <pc:chgData name=" " userId="f4acfe56-4bee-4f41-9e4a-a625955d4684" providerId="ADAL" clId="{4E56BDB7-BFC9-6A4D-A841-BF43345F7E29}" dt="2021-07-07T19:36:57.679" v="21" actId="14100"/>
        <pc:sldMkLst>
          <pc:docMk/>
          <pc:sldMk cId="3069319410" sldId="340"/>
        </pc:sldMkLst>
        <pc:spChg chg="mod">
          <ac:chgData name=" " userId="f4acfe56-4bee-4f41-9e4a-a625955d4684" providerId="ADAL" clId="{4E56BDB7-BFC9-6A4D-A841-BF43345F7E29}" dt="2021-07-07T19:36:57.679" v="21" actId="14100"/>
          <ac:spMkLst>
            <pc:docMk/>
            <pc:sldMk cId="3069319410" sldId="340"/>
            <ac:spMk id="8" creationId="{AD12F024-9DBA-4189-89FB-C8BD1C4B81A8}"/>
          </ac:spMkLst>
        </pc:spChg>
      </pc:sldChg>
      <pc:sldChg chg="modSp">
        <pc:chgData name=" " userId="f4acfe56-4bee-4f41-9e4a-a625955d4684" providerId="ADAL" clId="{4E56BDB7-BFC9-6A4D-A841-BF43345F7E29}" dt="2021-07-08T01:22:54.386" v="27" actId="1076"/>
        <pc:sldMkLst>
          <pc:docMk/>
          <pc:sldMk cId="2892455240" sldId="342"/>
        </pc:sldMkLst>
        <pc:spChg chg="mod">
          <ac:chgData name=" " userId="f4acfe56-4bee-4f41-9e4a-a625955d4684" providerId="ADAL" clId="{4E56BDB7-BFC9-6A4D-A841-BF43345F7E29}" dt="2021-07-07T19:36:52.377" v="20" actId="1035"/>
          <ac:spMkLst>
            <pc:docMk/>
            <pc:sldMk cId="2892455240" sldId="342"/>
            <ac:spMk id="8" creationId="{AD12F024-9DBA-4189-89FB-C8BD1C4B81A8}"/>
          </ac:spMkLst>
        </pc:spChg>
        <pc:picChg chg="mod">
          <ac:chgData name=" " userId="f4acfe56-4bee-4f41-9e4a-a625955d4684" providerId="ADAL" clId="{4E56BDB7-BFC9-6A4D-A841-BF43345F7E29}" dt="2021-07-08T01:22:54.386" v="27" actId="1076"/>
          <ac:picMkLst>
            <pc:docMk/>
            <pc:sldMk cId="2892455240" sldId="342"/>
            <ac:picMk id="7" creationId="{34E61A9A-4973-4E92-9A4A-44A1F6D92808}"/>
          </ac:picMkLst>
        </pc:picChg>
      </pc:sldChg>
      <pc:sldChg chg="modSp">
        <pc:chgData name=" " userId="f4acfe56-4bee-4f41-9e4a-a625955d4684" providerId="ADAL" clId="{4E56BDB7-BFC9-6A4D-A841-BF43345F7E29}" dt="2021-07-07T19:37:02.674" v="22" actId="14100"/>
        <pc:sldMkLst>
          <pc:docMk/>
          <pc:sldMk cId="1838290624" sldId="343"/>
        </pc:sldMkLst>
        <pc:spChg chg="mod">
          <ac:chgData name=" " userId="f4acfe56-4bee-4f41-9e4a-a625955d4684" providerId="ADAL" clId="{4E56BDB7-BFC9-6A4D-A841-BF43345F7E29}" dt="2021-07-07T19:37:02.674" v="22" actId="14100"/>
          <ac:spMkLst>
            <pc:docMk/>
            <pc:sldMk cId="1838290624" sldId="343"/>
            <ac:spMk id="8" creationId="{AD12F024-9DBA-4189-89FB-C8BD1C4B81A8}"/>
          </ac:spMkLst>
        </pc:spChg>
      </pc:sldChg>
      <pc:sldChg chg="addSp delSp modSp">
        <pc:chgData name=" " userId="f4acfe56-4bee-4f41-9e4a-a625955d4684" providerId="ADAL" clId="{4E56BDB7-BFC9-6A4D-A841-BF43345F7E29}" dt="2021-07-07T19:35:12.824" v="10" actId="14100"/>
        <pc:sldMkLst>
          <pc:docMk/>
          <pc:sldMk cId="2716375324" sldId="368"/>
        </pc:sldMkLst>
        <pc:spChg chg="del">
          <ac:chgData name=" " userId="f4acfe56-4bee-4f41-9e4a-a625955d4684" providerId="ADAL" clId="{4E56BDB7-BFC9-6A4D-A841-BF43345F7E29}" dt="2021-07-07T19:34:54.587" v="3" actId="478"/>
          <ac:spMkLst>
            <pc:docMk/>
            <pc:sldMk cId="2716375324" sldId="368"/>
            <ac:spMk id="8" creationId="{7E1850FE-200A-4D41-9136-2F29A9CBBA1C}"/>
          </ac:spMkLst>
        </pc:spChg>
        <pc:spChg chg="del">
          <ac:chgData name=" " userId="f4acfe56-4bee-4f41-9e4a-a625955d4684" providerId="ADAL" clId="{4E56BDB7-BFC9-6A4D-A841-BF43345F7E29}" dt="2021-07-07T19:34:54.587" v="3" actId="478"/>
          <ac:spMkLst>
            <pc:docMk/>
            <pc:sldMk cId="2716375324" sldId="368"/>
            <ac:spMk id="11" creationId="{58151BA7-C0DD-4A8F-A690-DFFF119C0B5B}"/>
          </ac:spMkLst>
        </pc:spChg>
        <pc:spChg chg="del">
          <ac:chgData name=" " userId="f4acfe56-4bee-4f41-9e4a-a625955d4684" providerId="ADAL" clId="{4E56BDB7-BFC9-6A4D-A841-BF43345F7E29}" dt="2021-07-07T19:34:54.587" v="3" actId="478"/>
          <ac:spMkLst>
            <pc:docMk/>
            <pc:sldMk cId="2716375324" sldId="368"/>
            <ac:spMk id="12" creationId="{7F72DC5D-E481-48CA-8FC9-AD410F74C00F}"/>
          </ac:spMkLst>
        </pc:spChg>
        <pc:spChg chg="del">
          <ac:chgData name=" " userId="f4acfe56-4bee-4f41-9e4a-a625955d4684" providerId="ADAL" clId="{4E56BDB7-BFC9-6A4D-A841-BF43345F7E29}" dt="2021-07-07T19:34:52.031" v="1" actId="478"/>
          <ac:spMkLst>
            <pc:docMk/>
            <pc:sldMk cId="2716375324" sldId="368"/>
            <ac:spMk id="13" creationId="{18B6A99C-CBAD-4CAA-8A79-57A0216F05C1}"/>
          </ac:spMkLst>
        </pc:spChg>
        <pc:spChg chg="del">
          <ac:chgData name=" " userId="f4acfe56-4bee-4f41-9e4a-a625955d4684" providerId="ADAL" clId="{4E56BDB7-BFC9-6A4D-A841-BF43345F7E29}" dt="2021-07-07T19:34:54.587" v="3" actId="478"/>
          <ac:spMkLst>
            <pc:docMk/>
            <pc:sldMk cId="2716375324" sldId="368"/>
            <ac:spMk id="14" creationId="{6EF0B33E-F536-4328-8EBD-F055B9D7DAFE}"/>
          </ac:spMkLst>
        </pc:spChg>
        <pc:picChg chg="add mod">
          <ac:chgData name=" " userId="f4acfe56-4bee-4f41-9e4a-a625955d4684" providerId="ADAL" clId="{4E56BDB7-BFC9-6A4D-A841-BF43345F7E29}" dt="2021-07-07T19:35:08.276" v="8" actId="1076"/>
          <ac:picMkLst>
            <pc:docMk/>
            <pc:sldMk cId="2716375324" sldId="368"/>
            <ac:picMk id="2" creationId="{CFB70DE8-9801-B64A-9073-9CC88A7FCCC8}"/>
          </ac:picMkLst>
        </pc:picChg>
        <pc:picChg chg="del">
          <ac:chgData name=" " userId="f4acfe56-4bee-4f41-9e4a-a625955d4684" providerId="ADAL" clId="{4E56BDB7-BFC9-6A4D-A841-BF43345F7E29}" dt="2021-07-07T19:34:52.973" v="2" actId="478"/>
          <ac:picMkLst>
            <pc:docMk/>
            <pc:sldMk cId="2716375324" sldId="368"/>
            <ac:picMk id="3" creationId="{C2AB8C82-936C-42ED-9B6A-769125A22707}"/>
          </ac:picMkLst>
        </pc:picChg>
        <pc:picChg chg="del">
          <ac:chgData name=" " userId="f4acfe56-4bee-4f41-9e4a-a625955d4684" providerId="ADAL" clId="{4E56BDB7-BFC9-6A4D-A841-BF43345F7E29}" dt="2021-07-07T19:34:49.619" v="0" actId="478"/>
          <ac:picMkLst>
            <pc:docMk/>
            <pc:sldMk cId="2716375324" sldId="368"/>
            <ac:picMk id="16" creationId="{DF010591-421A-48B2-A431-E66B68459012}"/>
          </ac:picMkLst>
        </pc:picChg>
        <pc:picChg chg="mod">
          <ac:chgData name=" " userId="f4acfe56-4bee-4f41-9e4a-a625955d4684" providerId="ADAL" clId="{4E56BDB7-BFC9-6A4D-A841-BF43345F7E29}" dt="2021-07-07T19:35:12.824" v="10" actId="14100"/>
          <ac:picMkLst>
            <pc:docMk/>
            <pc:sldMk cId="2716375324" sldId="368"/>
            <ac:picMk id="4100" creationId="{3678B8F3-8047-4FFB-9950-91AD62159C54}"/>
          </ac:picMkLst>
        </pc:picChg>
      </pc:sldChg>
    </pc:docChg>
  </pc:docChgLst>
  <pc:docChgLst>
    <pc:chgData name="박성준" userId="f4acfe56-4bee-4f41-9e4a-a625955d4684" providerId="ADAL" clId="{275E8BD4-A56F-489F-8DA6-70328A785FF8}"/>
    <pc:docChg chg="modSld">
      <pc:chgData name="박성준" userId="f4acfe56-4bee-4f41-9e4a-a625955d4684" providerId="ADAL" clId="{275E8BD4-A56F-489F-8DA6-70328A785FF8}" dt="2021-07-07T14:48:30.385" v="0" actId="1076"/>
      <pc:docMkLst>
        <pc:docMk/>
      </pc:docMkLst>
      <pc:sldChg chg="modSp mod">
        <pc:chgData name="박성준" userId="f4acfe56-4bee-4f41-9e4a-a625955d4684" providerId="ADAL" clId="{275E8BD4-A56F-489F-8DA6-70328A785FF8}" dt="2021-07-07T14:48:30.385" v="0" actId="1076"/>
        <pc:sldMkLst>
          <pc:docMk/>
          <pc:sldMk cId="815031721" sldId="311"/>
        </pc:sldMkLst>
        <pc:spChg chg="mod">
          <ac:chgData name="박성준" userId="f4acfe56-4bee-4f41-9e4a-a625955d4684" providerId="ADAL" clId="{275E8BD4-A56F-489F-8DA6-70328A785FF8}" dt="2021-07-07T14:48:30.385" v="0" actId="1076"/>
          <ac:spMkLst>
            <pc:docMk/>
            <pc:sldMk cId="815031721" sldId="311"/>
            <ac:spMk id="6" creationId="{60A0F167-2F4C-4C88-BC5D-EF86EA32E2DC}"/>
          </ac:spMkLst>
        </pc:spChg>
      </pc:sldChg>
    </pc:docChg>
  </pc:docChgLst>
  <pc:docChgLst>
    <pc:chgData name="박성준" userId="f4acfe56-4bee-4f41-9e4a-a625955d4684" providerId="ADAL" clId="{A50DF21F-3769-4EF0-8277-CE38D601F9E8}"/>
    <pc:docChg chg="undo custSel addSld delSld modSld modMainMaster">
      <pc:chgData name="박성준" userId="f4acfe56-4bee-4f41-9e4a-a625955d4684" providerId="ADAL" clId="{A50DF21F-3769-4EF0-8277-CE38D601F9E8}" dt="2022-06-19T09:49:05.028" v="346" actId="20577"/>
      <pc:docMkLst>
        <pc:docMk/>
      </pc:docMkLst>
      <pc:sldChg chg="modSp mod">
        <pc:chgData name="박성준" userId="f4acfe56-4bee-4f41-9e4a-a625955d4684" providerId="ADAL" clId="{A50DF21F-3769-4EF0-8277-CE38D601F9E8}" dt="2022-06-19T06:34:29.063" v="281" actId="20577"/>
        <pc:sldMkLst>
          <pc:docMk/>
          <pc:sldMk cId="1671968985" sldId="256"/>
        </pc:sldMkLst>
        <pc:spChg chg="mod">
          <ac:chgData name="박성준" userId="f4acfe56-4bee-4f41-9e4a-a625955d4684" providerId="ADAL" clId="{A50DF21F-3769-4EF0-8277-CE38D601F9E8}" dt="2022-06-19T06:34:29.063" v="281" actId="20577"/>
          <ac:spMkLst>
            <pc:docMk/>
            <pc:sldMk cId="1671968985" sldId="256"/>
            <ac:spMk id="2" creationId="{3D9CB0BF-81E0-42EC-91C8-E32C844400CF}"/>
          </ac:spMkLst>
        </pc:spChg>
        <pc:spChg chg="mod">
          <ac:chgData name="박성준" userId="f4acfe56-4bee-4f41-9e4a-a625955d4684" providerId="ADAL" clId="{A50DF21F-3769-4EF0-8277-CE38D601F9E8}" dt="2022-06-19T06:34:09.839" v="241" actId="20577"/>
          <ac:spMkLst>
            <pc:docMk/>
            <pc:sldMk cId="1671968985" sldId="256"/>
            <ac:spMk id="3" creationId="{22379862-334E-462A-BC01-BB5250028995}"/>
          </ac:spMkLst>
        </pc:spChg>
      </pc:sldChg>
      <pc:sldChg chg="modSp mod">
        <pc:chgData name="박성준" userId="f4acfe56-4bee-4f41-9e4a-a625955d4684" providerId="ADAL" clId="{A50DF21F-3769-4EF0-8277-CE38D601F9E8}" dt="2022-06-19T06:34:56.293" v="311" actId="20577"/>
        <pc:sldMkLst>
          <pc:docMk/>
          <pc:sldMk cId="2597479544" sldId="257"/>
        </pc:sldMkLst>
        <pc:spChg chg="mod">
          <ac:chgData name="박성준" userId="f4acfe56-4bee-4f41-9e4a-a625955d4684" providerId="ADAL" clId="{A50DF21F-3769-4EF0-8277-CE38D601F9E8}" dt="2022-06-19T06:34:56.293" v="311" actId="20577"/>
          <ac:spMkLst>
            <pc:docMk/>
            <pc:sldMk cId="2597479544" sldId="257"/>
            <ac:spMk id="11" creationId="{E336B9FC-B643-44E9-9232-766750CD5C8C}"/>
          </ac:spMkLst>
        </pc:spChg>
      </pc:sldChg>
      <pc:sldChg chg="del">
        <pc:chgData name="박성준" userId="f4acfe56-4bee-4f41-9e4a-a625955d4684" providerId="ADAL" clId="{A50DF21F-3769-4EF0-8277-CE38D601F9E8}" dt="2022-06-19T05:51:47.475" v="28" actId="47"/>
        <pc:sldMkLst>
          <pc:docMk/>
          <pc:sldMk cId="193828063" sldId="258"/>
        </pc:sldMkLst>
      </pc:sldChg>
      <pc:sldChg chg="modSp mod">
        <pc:chgData name="박성준" userId="f4acfe56-4bee-4f41-9e4a-a625955d4684" providerId="ADAL" clId="{A50DF21F-3769-4EF0-8277-CE38D601F9E8}" dt="2022-06-19T06:13:43.363" v="154" actId="20577"/>
        <pc:sldMkLst>
          <pc:docMk/>
          <pc:sldMk cId="146424378" sldId="259"/>
        </pc:sldMkLst>
        <pc:spChg chg="mod">
          <ac:chgData name="박성준" userId="f4acfe56-4bee-4f41-9e4a-a625955d4684" providerId="ADAL" clId="{A50DF21F-3769-4EF0-8277-CE38D601F9E8}" dt="2022-06-19T06:13:43.363" v="154" actId="20577"/>
          <ac:spMkLst>
            <pc:docMk/>
            <pc:sldMk cId="146424378" sldId="259"/>
            <ac:spMk id="2" creationId="{3251E828-AF93-40B8-AD1D-8D8781C652A0}"/>
          </ac:spMkLst>
        </pc:spChg>
      </pc:sldChg>
      <pc:sldChg chg="modSp mod">
        <pc:chgData name="박성준" userId="f4acfe56-4bee-4f41-9e4a-a625955d4684" providerId="ADAL" clId="{A50DF21F-3769-4EF0-8277-CE38D601F9E8}" dt="2022-06-19T06:36:01.128" v="337" actId="20577"/>
        <pc:sldMkLst>
          <pc:docMk/>
          <pc:sldMk cId="2169506806" sldId="261"/>
        </pc:sldMkLst>
        <pc:spChg chg="mod">
          <ac:chgData name="박성준" userId="f4acfe56-4bee-4f41-9e4a-a625955d4684" providerId="ADAL" clId="{A50DF21F-3769-4EF0-8277-CE38D601F9E8}" dt="2022-06-19T06:36:01.128" v="337" actId="20577"/>
          <ac:spMkLst>
            <pc:docMk/>
            <pc:sldMk cId="2169506806" sldId="261"/>
            <ac:spMk id="6" creationId="{4AFFE954-6C9D-4036-BC9B-0FFFD826C7DE}"/>
          </ac:spMkLst>
        </pc:spChg>
      </pc:sldChg>
      <pc:sldChg chg="del">
        <pc:chgData name="박성준" userId="f4acfe56-4bee-4f41-9e4a-a625955d4684" providerId="ADAL" clId="{A50DF21F-3769-4EF0-8277-CE38D601F9E8}" dt="2022-06-19T05:52:11.707" v="34" actId="47"/>
        <pc:sldMkLst>
          <pc:docMk/>
          <pc:sldMk cId="4163799693" sldId="263"/>
        </pc:sldMkLst>
      </pc:sldChg>
      <pc:sldChg chg="del">
        <pc:chgData name="박성준" userId="f4acfe56-4bee-4f41-9e4a-a625955d4684" providerId="ADAL" clId="{A50DF21F-3769-4EF0-8277-CE38D601F9E8}" dt="2022-06-19T05:52:07.361" v="30" actId="47"/>
        <pc:sldMkLst>
          <pc:docMk/>
          <pc:sldMk cId="949077791" sldId="264"/>
        </pc:sldMkLst>
      </pc:sldChg>
      <pc:sldChg chg="del">
        <pc:chgData name="박성준" userId="f4acfe56-4bee-4f41-9e4a-a625955d4684" providerId="ADAL" clId="{A50DF21F-3769-4EF0-8277-CE38D601F9E8}" dt="2022-06-19T05:52:10.321" v="32" actId="47"/>
        <pc:sldMkLst>
          <pc:docMk/>
          <pc:sldMk cId="687839585" sldId="265"/>
        </pc:sldMkLst>
      </pc:sldChg>
      <pc:sldChg chg="del">
        <pc:chgData name="박성준" userId="f4acfe56-4bee-4f41-9e4a-a625955d4684" providerId="ADAL" clId="{A50DF21F-3769-4EF0-8277-CE38D601F9E8}" dt="2022-06-19T05:52:08.705" v="31" actId="47"/>
        <pc:sldMkLst>
          <pc:docMk/>
          <pc:sldMk cId="1810319418" sldId="266"/>
        </pc:sldMkLst>
      </pc:sldChg>
      <pc:sldChg chg="del">
        <pc:chgData name="박성준" userId="f4acfe56-4bee-4f41-9e4a-a625955d4684" providerId="ADAL" clId="{A50DF21F-3769-4EF0-8277-CE38D601F9E8}" dt="2022-06-19T05:52:11.288" v="33" actId="47"/>
        <pc:sldMkLst>
          <pc:docMk/>
          <pc:sldMk cId="747558288" sldId="267"/>
        </pc:sldMkLst>
      </pc:sldChg>
      <pc:sldChg chg="add del">
        <pc:chgData name="박성준" userId="f4acfe56-4bee-4f41-9e4a-a625955d4684" providerId="ADAL" clId="{A50DF21F-3769-4EF0-8277-CE38D601F9E8}" dt="2022-06-19T05:52:24.777" v="37" actId="47"/>
        <pc:sldMkLst>
          <pc:docMk/>
          <pc:sldMk cId="863703786" sldId="268"/>
        </pc:sldMkLst>
      </pc:sldChg>
      <pc:sldChg chg="add del">
        <pc:chgData name="박성준" userId="f4acfe56-4bee-4f41-9e4a-a625955d4684" providerId="ADAL" clId="{A50DF21F-3769-4EF0-8277-CE38D601F9E8}" dt="2022-06-19T05:52:30.554" v="39" actId="47"/>
        <pc:sldMkLst>
          <pc:docMk/>
          <pc:sldMk cId="1654987340" sldId="269"/>
        </pc:sldMkLst>
      </pc:sldChg>
      <pc:sldChg chg="del">
        <pc:chgData name="박성준" userId="f4acfe56-4bee-4f41-9e4a-a625955d4684" providerId="ADAL" clId="{A50DF21F-3769-4EF0-8277-CE38D601F9E8}" dt="2022-06-19T05:53:07.493" v="46" actId="47"/>
        <pc:sldMkLst>
          <pc:docMk/>
          <pc:sldMk cId="301332814" sldId="271"/>
        </pc:sldMkLst>
      </pc:sldChg>
      <pc:sldChg chg="del">
        <pc:chgData name="박성준" userId="f4acfe56-4bee-4f41-9e4a-a625955d4684" providerId="ADAL" clId="{A50DF21F-3769-4EF0-8277-CE38D601F9E8}" dt="2022-06-19T05:53:09.584" v="47" actId="47"/>
        <pc:sldMkLst>
          <pc:docMk/>
          <pc:sldMk cId="1998185652" sldId="272"/>
        </pc:sldMkLst>
      </pc:sldChg>
      <pc:sldChg chg="del">
        <pc:chgData name="박성준" userId="f4acfe56-4bee-4f41-9e4a-a625955d4684" providerId="ADAL" clId="{A50DF21F-3769-4EF0-8277-CE38D601F9E8}" dt="2022-06-19T05:52:46.768" v="40" actId="47"/>
        <pc:sldMkLst>
          <pc:docMk/>
          <pc:sldMk cId="2094422725" sldId="277"/>
        </pc:sldMkLst>
      </pc:sldChg>
      <pc:sldChg chg="del">
        <pc:chgData name="박성준" userId="f4acfe56-4bee-4f41-9e4a-a625955d4684" providerId="ADAL" clId="{A50DF21F-3769-4EF0-8277-CE38D601F9E8}" dt="2022-06-19T05:52:57.172" v="41" actId="47"/>
        <pc:sldMkLst>
          <pc:docMk/>
          <pc:sldMk cId="2535874724" sldId="280"/>
        </pc:sldMkLst>
      </pc:sldChg>
      <pc:sldChg chg="del">
        <pc:chgData name="박성준" userId="f4acfe56-4bee-4f41-9e4a-a625955d4684" providerId="ADAL" clId="{A50DF21F-3769-4EF0-8277-CE38D601F9E8}" dt="2022-06-19T05:52:57.860" v="42" actId="47"/>
        <pc:sldMkLst>
          <pc:docMk/>
          <pc:sldMk cId="1061312541" sldId="281"/>
        </pc:sldMkLst>
      </pc:sldChg>
      <pc:sldChg chg="del">
        <pc:chgData name="박성준" userId="f4acfe56-4bee-4f41-9e4a-a625955d4684" providerId="ADAL" clId="{A50DF21F-3769-4EF0-8277-CE38D601F9E8}" dt="2022-06-19T05:53:04.766" v="45" actId="47"/>
        <pc:sldMkLst>
          <pc:docMk/>
          <pc:sldMk cId="1597353696" sldId="282"/>
        </pc:sldMkLst>
      </pc:sldChg>
      <pc:sldChg chg="del">
        <pc:chgData name="박성준" userId="f4acfe56-4bee-4f41-9e4a-a625955d4684" providerId="ADAL" clId="{A50DF21F-3769-4EF0-8277-CE38D601F9E8}" dt="2022-06-19T05:53:03.442" v="43" actId="47"/>
        <pc:sldMkLst>
          <pc:docMk/>
          <pc:sldMk cId="1610077015" sldId="283"/>
        </pc:sldMkLst>
      </pc:sldChg>
      <pc:sldChg chg="del">
        <pc:chgData name="박성준" userId="f4acfe56-4bee-4f41-9e4a-a625955d4684" providerId="ADAL" clId="{A50DF21F-3769-4EF0-8277-CE38D601F9E8}" dt="2022-06-19T05:53:03.980" v="44" actId="47"/>
        <pc:sldMkLst>
          <pc:docMk/>
          <pc:sldMk cId="1504986371" sldId="284"/>
        </pc:sldMkLst>
      </pc:sldChg>
      <pc:sldChg chg="del">
        <pc:chgData name="박성준" userId="f4acfe56-4bee-4f41-9e4a-a625955d4684" providerId="ADAL" clId="{A50DF21F-3769-4EF0-8277-CE38D601F9E8}" dt="2022-06-19T05:53:13.403" v="48" actId="47"/>
        <pc:sldMkLst>
          <pc:docMk/>
          <pc:sldMk cId="4191639010" sldId="285"/>
        </pc:sldMkLst>
      </pc:sldChg>
      <pc:sldChg chg="modSp mod">
        <pc:chgData name="박성준" userId="f4acfe56-4bee-4f41-9e4a-a625955d4684" providerId="ADAL" clId="{A50DF21F-3769-4EF0-8277-CE38D601F9E8}" dt="2022-06-19T09:49:05.028" v="346" actId="20577"/>
        <pc:sldMkLst>
          <pc:docMk/>
          <pc:sldMk cId="3571302514" sldId="287"/>
        </pc:sldMkLst>
        <pc:spChg chg="mod">
          <ac:chgData name="박성준" userId="f4acfe56-4bee-4f41-9e4a-a625955d4684" providerId="ADAL" clId="{A50DF21F-3769-4EF0-8277-CE38D601F9E8}" dt="2022-06-19T09:49:05.028" v="346" actId="20577"/>
          <ac:spMkLst>
            <pc:docMk/>
            <pc:sldMk cId="3571302514" sldId="287"/>
            <ac:spMk id="6" creationId="{60A0F167-2F4C-4C88-BC5D-EF86EA32E2DC}"/>
          </ac:spMkLst>
        </pc:spChg>
        <pc:spChg chg="mod">
          <ac:chgData name="박성준" userId="f4acfe56-4bee-4f41-9e4a-a625955d4684" providerId="ADAL" clId="{A50DF21F-3769-4EF0-8277-CE38D601F9E8}" dt="2022-06-19T06:32:00.766" v="174" actId="1076"/>
          <ac:spMkLst>
            <pc:docMk/>
            <pc:sldMk cId="3571302514" sldId="287"/>
            <ac:spMk id="9" creationId="{2491941C-B6E9-4CA3-A84A-9BCABEE0BC1B}"/>
          </ac:spMkLst>
        </pc:spChg>
      </pc:sldChg>
      <pc:sldChg chg="del">
        <pc:chgData name="박성준" userId="f4acfe56-4bee-4f41-9e4a-a625955d4684" providerId="ADAL" clId="{A50DF21F-3769-4EF0-8277-CE38D601F9E8}" dt="2022-06-19T06:13:49.079" v="155" actId="47"/>
        <pc:sldMkLst>
          <pc:docMk/>
          <pc:sldMk cId="1280553957" sldId="288"/>
        </pc:sldMkLst>
      </pc:sldChg>
      <pc:sldChg chg="modSp mod">
        <pc:chgData name="박성준" userId="f4acfe56-4bee-4f41-9e4a-a625955d4684" providerId="ADAL" clId="{A50DF21F-3769-4EF0-8277-CE38D601F9E8}" dt="2022-06-19T08:54:48.924" v="345" actId="20577"/>
        <pc:sldMkLst>
          <pc:docMk/>
          <pc:sldMk cId="815031721" sldId="311"/>
        </pc:sldMkLst>
        <pc:spChg chg="mod">
          <ac:chgData name="박성준" userId="f4acfe56-4bee-4f41-9e4a-a625955d4684" providerId="ADAL" clId="{A50DF21F-3769-4EF0-8277-CE38D601F9E8}" dt="2022-06-19T08:54:48.924" v="345" actId="20577"/>
          <ac:spMkLst>
            <pc:docMk/>
            <pc:sldMk cId="815031721" sldId="311"/>
            <ac:spMk id="6" creationId="{60A0F167-2F4C-4C88-BC5D-EF86EA32E2DC}"/>
          </ac:spMkLst>
        </pc:spChg>
      </pc:sldChg>
      <pc:sldChg chg="modSp mod">
        <pc:chgData name="박성준" userId="f4acfe56-4bee-4f41-9e4a-a625955d4684" providerId="ADAL" clId="{A50DF21F-3769-4EF0-8277-CE38D601F9E8}" dt="2022-06-19T06:32:48.048" v="233" actId="20577"/>
        <pc:sldMkLst>
          <pc:docMk/>
          <pc:sldMk cId="2413906912" sldId="312"/>
        </pc:sldMkLst>
        <pc:spChg chg="mod">
          <ac:chgData name="박성준" userId="f4acfe56-4bee-4f41-9e4a-a625955d4684" providerId="ADAL" clId="{A50DF21F-3769-4EF0-8277-CE38D601F9E8}" dt="2022-06-19T06:32:48.048" v="233" actId="20577"/>
          <ac:spMkLst>
            <pc:docMk/>
            <pc:sldMk cId="2413906912" sldId="312"/>
            <ac:spMk id="6" creationId="{60A0F167-2F4C-4C88-BC5D-EF86EA32E2DC}"/>
          </ac:spMkLst>
        </pc:spChg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1861582894" sldId="319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3870154596" sldId="320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762745013" sldId="321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3328147373" sldId="322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3487135550" sldId="323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257456127" sldId="324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1415479314" sldId="325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4180411116" sldId="326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1767940605" sldId="327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3900687604" sldId="328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609391148" sldId="329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3333784575" sldId="330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3311515950" sldId="331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300979873" sldId="332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4176406218" sldId="333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2554373718" sldId="334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4238395705" sldId="335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954723372" sldId="337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768774666" sldId="338"/>
        </pc:sldMkLst>
      </pc:sldChg>
      <pc:sldChg chg="modSp mod">
        <pc:chgData name="박성준" userId="f4acfe56-4bee-4f41-9e4a-a625955d4684" providerId="ADAL" clId="{A50DF21F-3769-4EF0-8277-CE38D601F9E8}" dt="2022-06-19T06:11:26.664" v="59" actId="20577"/>
        <pc:sldMkLst>
          <pc:docMk/>
          <pc:sldMk cId="3053631757" sldId="352"/>
        </pc:sldMkLst>
        <pc:spChg chg="mod">
          <ac:chgData name="박성준" userId="f4acfe56-4bee-4f41-9e4a-a625955d4684" providerId="ADAL" clId="{A50DF21F-3769-4EF0-8277-CE38D601F9E8}" dt="2022-06-19T06:11:26.664" v="59" actId="20577"/>
          <ac:spMkLst>
            <pc:docMk/>
            <pc:sldMk cId="3053631757" sldId="352"/>
            <ac:spMk id="8" creationId="{AD12F024-9DBA-4189-89FB-C8BD1C4B81A8}"/>
          </ac:spMkLst>
        </pc:spChg>
      </pc:sldChg>
      <pc:sldChg chg="del">
        <pc:chgData name="박성준" userId="f4acfe56-4bee-4f41-9e4a-a625955d4684" providerId="ADAL" clId="{A50DF21F-3769-4EF0-8277-CE38D601F9E8}" dt="2022-06-19T05:53:36.095" v="49" actId="47"/>
        <pc:sldMkLst>
          <pc:docMk/>
          <pc:sldMk cId="3683093645" sldId="370"/>
        </pc:sldMkLst>
      </pc:sldChg>
      <pc:sldChg chg="del">
        <pc:chgData name="박성준" userId="f4acfe56-4bee-4f41-9e4a-a625955d4684" providerId="ADAL" clId="{A50DF21F-3769-4EF0-8277-CE38D601F9E8}" dt="2022-06-19T05:53:37.379" v="50" actId="47"/>
        <pc:sldMkLst>
          <pc:docMk/>
          <pc:sldMk cId="3469002118" sldId="371"/>
        </pc:sldMkLst>
      </pc:sldChg>
      <pc:sldChg chg="del">
        <pc:chgData name="박성준" userId="f4acfe56-4bee-4f41-9e4a-a625955d4684" providerId="ADAL" clId="{A50DF21F-3769-4EF0-8277-CE38D601F9E8}" dt="2022-06-19T06:11:21.318" v="57" actId="47"/>
        <pc:sldMkLst>
          <pc:docMk/>
          <pc:sldMk cId="3478515433" sldId="407"/>
        </pc:sldMkLst>
      </pc:sldChg>
      <pc:sldChg chg="del">
        <pc:chgData name="박성준" userId="f4acfe56-4bee-4f41-9e4a-a625955d4684" providerId="ADAL" clId="{A50DF21F-3769-4EF0-8277-CE38D601F9E8}" dt="2022-06-19T05:51:48.823" v="29" actId="47"/>
        <pc:sldMkLst>
          <pc:docMk/>
          <pc:sldMk cId="470570393" sldId="421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193827019" sldId="456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114366710" sldId="457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2801441494" sldId="458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2784183662" sldId="459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2968921488" sldId="460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1665800423" sldId="461"/>
        </pc:sldMkLst>
      </pc:sldChg>
      <pc:sldChg chg="add">
        <pc:chgData name="박성준" userId="f4acfe56-4bee-4f41-9e4a-a625955d4684" providerId="ADAL" clId="{A50DF21F-3769-4EF0-8277-CE38D601F9E8}" dt="2022-06-19T06:12:57.155" v="60"/>
        <pc:sldMkLst>
          <pc:docMk/>
          <pc:sldMk cId="1227109302" sldId="462"/>
        </pc:sldMkLst>
      </pc:sldChg>
      <pc:sldMasterChg chg="delSp modSp mod">
        <pc:chgData name="박성준" userId="f4acfe56-4bee-4f41-9e4a-a625955d4684" providerId="ADAL" clId="{A50DF21F-3769-4EF0-8277-CE38D601F9E8}" dt="2022-06-19T05:50:34.889" v="16" actId="1076"/>
        <pc:sldMasterMkLst>
          <pc:docMk/>
          <pc:sldMasterMk cId="2356705182" sldId="2147483648"/>
        </pc:sldMasterMkLst>
        <pc:spChg chg="mod">
          <ac:chgData name="박성준" userId="f4acfe56-4bee-4f41-9e4a-a625955d4684" providerId="ADAL" clId="{A50DF21F-3769-4EF0-8277-CE38D601F9E8}" dt="2022-06-19T05:50:34.889" v="16" actId="1076"/>
          <ac:spMkLst>
            <pc:docMk/>
            <pc:sldMasterMk cId="2356705182" sldId="2147483648"/>
            <ac:spMk id="8" creationId="{D2DFC8A1-5900-4BBB-8AF0-7B8B384455A7}"/>
          </ac:spMkLst>
        </pc:spChg>
        <pc:picChg chg="del">
          <ac:chgData name="박성준" userId="f4acfe56-4bee-4f41-9e4a-a625955d4684" providerId="ADAL" clId="{A50DF21F-3769-4EF0-8277-CE38D601F9E8}" dt="2022-06-19T05:50:27.423" v="13" actId="478"/>
          <ac:picMkLst>
            <pc:docMk/>
            <pc:sldMasterMk cId="2356705182" sldId="2147483648"/>
            <ac:picMk id="7" creationId="{44EC2364-AA5C-47A0-BC32-65F4EEFC098E}"/>
          </ac:picMkLst>
        </pc:picChg>
      </pc:sldMasterChg>
    </pc:docChg>
  </pc:docChgLst>
  <pc:docChgLst>
    <pc:chgData name="박성준" userId="f4acfe56-4bee-4f41-9e4a-a625955d4684" providerId="ADAL" clId="{6C2783C9-7E7E-4FD0-8276-E6BC147AAC06}"/>
    <pc:docChg chg="undo custSel addSld delSld modSld">
      <pc:chgData name="박성준" userId="f4acfe56-4bee-4f41-9e4a-a625955d4684" providerId="ADAL" clId="{6C2783C9-7E7E-4FD0-8276-E6BC147AAC06}" dt="2022-01-02T11:22:35.373" v="308" actId="1076"/>
      <pc:docMkLst>
        <pc:docMk/>
      </pc:docMkLst>
      <pc:sldChg chg="modSp mod">
        <pc:chgData name="박성준" userId="f4acfe56-4bee-4f41-9e4a-a625955d4684" providerId="ADAL" clId="{6C2783C9-7E7E-4FD0-8276-E6BC147AAC06}" dt="2022-01-02T11:03:07.198" v="6" actId="20577"/>
        <pc:sldMkLst>
          <pc:docMk/>
          <pc:sldMk cId="1671968985" sldId="256"/>
        </pc:sldMkLst>
        <pc:spChg chg="mod">
          <ac:chgData name="박성준" userId="f4acfe56-4bee-4f41-9e4a-a625955d4684" providerId="ADAL" clId="{6C2783C9-7E7E-4FD0-8276-E6BC147AAC06}" dt="2022-01-02T11:03:07.198" v="6" actId="20577"/>
          <ac:spMkLst>
            <pc:docMk/>
            <pc:sldMk cId="1671968985" sldId="256"/>
            <ac:spMk id="3" creationId="{22379862-334E-462A-BC01-BB5250028995}"/>
          </ac:spMkLst>
        </pc:spChg>
      </pc:sldChg>
      <pc:sldChg chg="addSp delSp modSp mod">
        <pc:chgData name="박성준" userId="f4acfe56-4bee-4f41-9e4a-a625955d4684" providerId="ADAL" clId="{6C2783C9-7E7E-4FD0-8276-E6BC147AAC06}" dt="2022-01-02T11:22:35.373" v="308" actId="1076"/>
        <pc:sldMkLst>
          <pc:docMk/>
          <pc:sldMk cId="2597479544" sldId="257"/>
        </pc:sldMkLst>
        <pc:spChg chg="add del mod">
          <ac:chgData name="박성준" userId="f4acfe56-4bee-4f41-9e4a-a625955d4684" providerId="ADAL" clId="{6C2783C9-7E7E-4FD0-8276-E6BC147AAC06}" dt="2022-01-02T11:22:30.571" v="306" actId="1076"/>
          <ac:spMkLst>
            <pc:docMk/>
            <pc:sldMk cId="2597479544" sldId="257"/>
            <ac:spMk id="9" creationId="{067AE181-DDB9-4AFB-8D12-66A99A7350DF}"/>
          </ac:spMkLst>
        </pc:spChg>
        <pc:spChg chg="mod">
          <ac:chgData name="박성준" userId="f4acfe56-4bee-4f41-9e4a-a625955d4684" providerId="ADAL" clId="{6C2783C9-7E7E-4FD0-8276-E6BC147AAC06}" dt="2022-01-02T11:22:35.373" v="308" actId="1076"/>
          <ac:spMkLst>
            <pc:docMk/>
            <pc:sldMk cId="2597479544" sldId="257"/>
            <ac:spMk id="11" creationId="{E336B9FC-B643-44E9-9232-766750CD5C8C}"/>
          </ac:spMkLst>
        </pc:spChg>
        <pc:picChg chg="del">
          <ac:chgData name="박성준" userId="f4acfe56-4bee-4f41-9e4a-a625955d4684" providerId="ADAL" clId="{6C2783C9-7E7E-4FD0-8276-E6BC147AAC06}" dt="2022-01-02T11:19:44.800" v="296" actId="478"/>
          <ac:picMkLst>
            <pc:docMk/>
            <pc:sldMk cId="2597479544" sldId="257"/>
            <ac:picMk id="1026" creationId="{D7C9F9B4-906A-4CBB-8B0F-CD91A62B0A2D}"/>
          </ac:picMkLst>
        </pc:picChg>
        <pc:cxnChg chg="mod">
          <ac:chgData name="박성준" userId="f4acfe56-4bee-4f41-9e4a-a625955d4684" providerId="ADAL" clId="{6C2783C9-7E7E-4FD0-8276-E6BC147AAC06}" dt="2022-01-02T11:22:32.250" v="307" actId="1076"/>
          <ac:cxnSpMkLst>
            <pc:docMk/>
            <pc:sldMk cId="2597479544" sldId="257"/>
            <ac:cxnSpMk id="5" creationId="{BCDF9229-AA98-452E-90D8-2AEF375B6102}"/>
          </ac:cxnSpMkLst>
        </pc:cxnChg>
      </pc:sldChg>
      <pc:sldChg chg="modSp mod">
        <pc:chgData name="박성준" userId="f4acfe56-4bee-4f41-9e4a-a625955d4684" providerId="ADAL" clId="{6C2783C9-7E7E-4FD0-8276-E6BC147AAC06}" dt="2022-01-02T11:05:17.877" v="157" actId="1076"/>
        <pc:sldMkLst>
          <pc:docMk/>
          <pc:sldMk cId="193828063" sldId="258"/>
        </pc:sldMkLst>
        <pc:spChg chg="mod">
          <ac:chgData name="박성준" userId="f4acfe56-4bee-4f41-9e4a-a625955d4684" providerId="ADAL" clId="{6C2783C9-7E7E-4FD0-8276-E6BC147AAC06}" dt="2022-01-02T11:05:17.877" v="157" actId="1076"/>
          <ac:spMkLst>
            <pc:docMk/>
            <pc:sldMk cId="193828063" sldId="258"/>
            <ac:spMk id="8" creationId="{6BAF849A-E168-4602-AEE3-AD3D4DC201E6}"/>
          </ac:spMkLst>
        </pc:spChg>
      </pc:sldChg>
      <pc:sldChg chg="modSp mod">
        <pc:chgData name="박성준" userId="f4acfe56-4bee-4f41-9e4a-a625955d4684" providerId="ADAL" clId="{6C2783C9-7E7E-4FD0-8276-E6BC147AAC06}" dt="2022-01-02T11:07:14.221" v="218" actId="20577"/>
        <pc:sldMkLst>
          <pc:docMk/>
          <pc:sldMk cId="146424378" sldId="259"/>
        </pc:sldMkLst>
        <pc:spChg chg="mod">
          <ac:chgData name="박성준" userId="f4acfe56-4bee-4f41-9e4a-a625955d4684" providerId="ADAL" clId="{6C2783C9-7E7E-4FD0-8276-E6BC147AAC06}" dt="2022-01-02T11:07:14.221" v="218" actId="20577"/>
          <ac:spMkLst>
            <pc:docMk/>
            <pc:sldMk cId="146424378" sldId="259"/>
            <ac:spMk id="2" creationId="{3251E828-AF93-40B8-AD1D-8D8781C652A0}"/>
          </ac:spMkLst>
        </pc:spChg>
      </pc:sldChg>
      <pc:sldChg chg="del">
        <pc:chgData name="박성준" userId="f4acfe56-4bee-4f41-9e4a-a625955d4684" providerId="ADAL" clId="{6C2783C9-7E7E-4FD0-8276-E6BC147AAC06}" dt="2022-01-02T11:06:30.601" v="214" actId="47"/>
        <pc:sldMkLst>
          <pc:docMk/>
          <pc:sldMk cId="1705720005" sldId="260"/>
        </pc:sldMkLst>
      </pc:sldChg>
      <pc:sldChg chg="modSp mod">
        <pc:chgData name="박성준" userId="f4acfe56-4bee-4f41-9e4a-a625955d4684" providerId="ADAL" clId="{6C2783C9-7E7E-4FD0-8276-E6BC147AAC06}" dt="2022-01-02T11:06:13.342" v="213" actId="1076"/>
        <pc:sldMkLst>
          <pc:docMk/>
          <pc:sldMk cId="1280553957" sldId="288"/>
        </pc:sldMkLst>
        <pc:spChg chg="mod">
          <ac:chgData name="박성준" userId="f4acfe56-4bee-4f41-9e4a-a625955d4684" providerId="ADAL" clId="{6C2783C9-7E7E-4FD0-8276-E6BC147AAC06}" dt="2022-01-02T11:06:13.342" v="213" actId="1076"/>
          <ac:spMkLst>
            <pc:docMk/>
            <pc:sldMk cId="1280553957" sldId="288"/>
            <ac:spMk id="8" creationId="{5B40603B-347A-44C7-BE80-4E27D2045162}"/>
          </ac:spMkLst>
        </pc:spChg>
      </pc:sldChg>
      <pc:sldChg chg="modSp mod">
        <pc:chgData name="박성준" userId="f4acfe56-4bee-4f41-9e4a-a625955d4684" providerId="ADAL" clId="{6C2783C9-7E7E-4FD0-8276-E6BC147AAC06}" dt="2022-01-02T11:14:14.807" v="291" actId="1076"/>
        <pc:sldMkLst>
          <pc:docMk/>
          <pc:sldMk cId="3918577838" sldId="300"/>
        </pc:sldMkLst>
        <pc:spChg chg="mod">
          <ac:chgData name="박성준" userId="f4acfe56-4bee-4f41-9e4a-a625955d4684" providerId="ADAL" clId="{6C2783C9-7E7E-4FD0-8276-E6BC147AAC06}" dt="2022-01-02T11:14:14.807" v="291" actId="1076"/>
          <ac:spMkLst>
            <pc:docMk/>
            <pc:sldMk cId="3918577838" sldId="300"/>
            <ac:spMk id="7" creationId="{FE6316CF-2CE6-4011-8470-F6AFC4421827}"/>
          </ac:spMkLst>
        </pc:spChg>
      </pc:sldChg>
      <pc:sldChg chg="modSp mod">
        <pc:chgData name="박성준" userId="f4acfe56-4bee-4f41-9e4a-a625955d4684" providerId="ADAL" clId="{6C2783C9-7E7E-4FD0-8276-E6BC147AAC06}" dt="2022-01-02T11:12:59.780" v="224"/>
        <pc:sldMkLst>
          <pc:docMk/>
          <pc:sldMk cId="815031721" sldId="311"/>
        </pc:sldMkLst>
        <pc:spChg chg="mod">
          <ac:chgData name="박성준" userId="f4acfe56-4bee-4f41-9e4a-a625955d4684" providerId="ADAL" clId="{6C2783C9-7E7E-4FD0-8276-E6BC147AAC06}" dt="2022-01-02T11:12:59.780" v="224"/>
          <ac:spMkLst>
            <pc:docMk/>
            <pc:sldMk cId="815031721" sldId="311"/>
            <ac:spMk id="6" creationId="{60A0F167-2F4C-4C88-BC5D-EF86EA32E2DC}"/>
          </ac:spMkLst>
        </pc:spChg>
      </pc:sldChg>
      <pc:sldChg chg="modSp mod">
        <pc:chgData name="박성준" userId="f4acfe56-4bee-4f41-9e4a-a625955d4684" providerId="ADAL" clId="{6C2783C9-7E7E-4FD0-8276-E6BC147AAC06}" dt="2022-01-02T11:13:45.139" v="225"/>
        <pc:sldMkLst>
          <pc:docMk/>
          <pc:sldMk cId="2413906912" sldId="312"/>
        </pc:sldMkLst>
        <pc:spChg chg="mod">
          <ac:chgData name="박성준" userId="f4acfe56-4bee-4f41-9e4a-a625955d4684" providerId="ADAL" clId="{6C2783C9-7E7E-4FD0-8276-E6BC147AAC06}" dt="2022-01-02T11:13:45.139" v="225"/>
          <ac:spMkLst>
            <pc:docMk/>
            <pc:sldMk cId="2413906912" sldId="312"/>
            <ac:spMk id="6" creationId="{60A0F167-2F4C-4C88-BC5D-EF86EA32E2DC}"/>
          </ac:spMkLst>
        </pc:spChg>
      </pc:sldChg>
      <pc:sldChg chg="modSp mod">
        <pc:chgData name="박성준" userId="f4acfe56-4bee-4f41-9e4a-a625955d4684" providerId="ADAL" clId="{6C2783C9-7E7E-4FD0-8276-E6BC147AAC06}" dt="2022-01-02T11:19:07.470" v="292"/>
        <pc:sldMkLst>
          <pc:docMk/>
          <pc:sldMk cId="74238174" sldId="351"/>
        </pc:sldMkLst>
        <pc:spChg chg="mod">
          <ac:chgData name="박성준" userId="f4acfe56-4bee-4f41-9e4a-a625955d4684" providerId="ADAL" clId="{6C2783C9-7E7E-4FD0-8276-E6BC147AAC06}" dt="2022-01-02T11:19:07.470" v="292"/>
          <ac:spMkLst>
            <pc:docMk/>
            <pc:sldMk cId="74238174" sldId="351"/>
            <ac:spMk id="5" creationId="{9ABD5507-2CAC-4FE2-92AE-638B078DF186}"/>
          </ac:spMkLst>
        </pc:spChg>
      </pc:sldChg>
      <pc:sldChg chg="delSp add del mod">
        <pc:chgData name="박성준" userId="f4acfe56-4bee-4f41-9e4a-a625955d4684" providerId="ADAL" clId="{6C2783C9-7E7E-4FD0-8276-E6BC147AAC06}" dt="2022-01-02T11:19:22.503" v="295" actId="478"/>
        <pc:sldMkLst>
          <pc:docMk/>
          <pc:sldMk cId="3053631757" sldId="352"/>
        </pc:sldMkLst>
        <pc:spChg chg="del">
          <ac:chgData name="박성준" userId="f4acfe56-4bee-4f41-9e4a-a625955d4684" providerId="ADAL" clId="{6C2783C9-7E7E-4FD0-8276-E6BC147AAC06}" dt="2022-01-02T11:19:22.503" v="295" actId="478"/>
          <ac:spMkLst>
            <pc:docMk/>
            <pc:sldMk cId="3053631757" sldId="352"/>
            <ac:spMk id="9" creationId="{1B0A4647-7889-41C9-B97C-E9C0C9BAD420}"/>
          </ac:spMkLst>
        </pc:spChg>
      </pc:sldChg>
    </pc:docChg>
  </pc:docChgLst>
  <pc:docChgLst>
    <pc:chgData name="박성준" userId="f4acfe56-4bee-4f41-9e4a-a625955d4684" providerId="ADAL" clId="{042709F6-7572-1D49-B376-01FC961A2556}"/>
    <pc:docChg chg="modSld">
      <pc:chgData name="박성준" userId="f4acfe56-4bee-4f41-9e4a-a625955d4684" providerId="ADAL" clId="{042709F6-7572-1D49-B376-01FC961A2556}" dt="2023-03-19T17:35:41.716" v="2"/>
      <pc:docMkLst>
        <pc:docMk/>
      </pc:docMkLst>
      <pc:sldChg chg="addSp delSp modSp mod">
        <pc:chgData name="박성준" userId="f4acfe56-4bee-4f41-9e4a-a625955d4684" providerId="ADAL" clId="{042709F6-7572-1D49-B376-01FC961A2556}" dt="2023-03-19T17:35:41.716" v="2"/>
        <pc:sldMkLst>
          <pc:docMk/>
          <pc:sldMk cId="1289247332" sldId="281"/>
        </pc:sldMkLst>
        <pc:spChg chg="add del mod">
          <ac:chgData name="박성준" userId="f4acfe56-4bee-4f41-9e4a-a625955d4684" providerId="ADAL" clId="{042709F6-7572-1D49-B376-01FC961A2556}" dt="2023-03-19T17:35:41.716" v="2"/>
          <ac:spMkLst>
            <pc:docMk/>
            <pc:sldMk cId="1289247332" sldId="281"/>
            <ac:spMk id="5" creationId="{B0F40BED-B16A-C627-99BD-1E7FA82D4AEE}"/>
          </ac:spMkLst>
        </pc:spChg>
      </pc:sldChg>
    </pc:docChg>
  </pc:docChgLst>
  <pc:docChgLst>
    <pc:chgData name="박성준" userId="f4acfe56-4bee-4f41-9e4a-a625955d4684" providerId="ADAL" clId="{2BC7C168-45A6-4103-90E2-80C03D632815}"/>
    <pc:docChg chg="undo custSel addSld delSld modSld sldOrd delSection modSection">
      <pc:chgData name="박성준" userId="f4acfe56-4bee-4f41-9e4a-a625955d4684" providerId="ADAL" clId="{2BC7C168-45A6-4103-90E2-80C03D632815}" dt="2021-07-07T15:01:15.140" v="82" actId="17853"/>
      <pc:docMkLst>
        <pc:docMk/>
      </pc:docMkLst>
      <pc:sldChg chg="addSp modSp mod">
        <pc:chgData name="박성준" userId="f4acfe56-4bee-4f41-9e4a-a625955d4684" providerId="ADAL" clId="{2BC7C168-45A6-4103-90E2-80C03D632815}" dt="2021-07-07T12:34:51.100" v="11" actId="13822"/>
        <pc:sldMkLst>
          <pc:docMk/>
          <pc:sldMk cId="2597479544" sldId="257"/>
        </pc:sldMkLst>
        <pc:spChg chg="mod">
          <ac:chgData name="박성준" userId="f4acfe56-4bee-4f41-9e4a-a625955d4684" providerId="ADAL" clId="{2BC7C168-45A6-4103-90E2-80C03D632815}" dt="2021-07-07T12:34:32.148" v="7" actId="1076"/>
          <ac:spMkLst>
            <pc:docMk/>
            <pc:sldMk cId="2597479544" sldId="257"/>
            <ac:spMk id="9" creationId="{067AE181-DDB9-4AFB-8D12-66A99A7350DF}"/>
          </ac:spMkLst>
        </pc:spChg>
        <pc:spChg chg="mod">
          <ac:chgData name="박성준" userId="f4acfe56-4bee-4f41-9e4a-a625955d4684" providerId="ADAL" clId="{2BC7C168-45A6-4103-90E2-80C03D632815}" dt="2021-07-07T12:34:39.912" v="9" actId="1076"/>
          <ac:spMkLst>
            <pc:docMk/>
            <pc:sldMk cId="2597479544" sldId="257"/>
            <ac:spMk id="11" creationId="{E336B9FC-B643-44E9-9232-766750CD5C8C}"/>
          </ac:spMkLst>
        </pc:spChg>
        <pc:cxnChg chg="add mod">
          <ac:chgData name="박성준" userId="f4acfe56-4bee-4f41-9e4a-a625955d4684" providerId="ADAL" clId="{2BC7C168-45A6-4103-90E2-80C03D632815}" dt="2021-07-07T12:34:51.100" v="11" actId="13822"/>
          <ac:cxnSpMkLst>
            <pc:docMk/>
            <pc:sldMk cId="2597479544" sldId="257"/>
            <ac:cxnSpMk id="5" creationId="{BCDF9229-AA98-452E-90D8-2AEF375B6102}"/>
          </ac:cxnSpMkLst>
        </pc:cxnChg>
      </pc:sldChg>
      <pc:sldChg chg="addSp modSp mod">
        <pc:chgData name="박성준" userId="f4acfe56-4bee-4f41-9e4a-a625955d4684" providerId="ADAL" clId="{2BC7C168-45A6-4103-90E2-80C03D632815}" dt="2021-07-07T12:40:24.391" v="73" actId="1076"/>
        <pc:sldMkLst>
          <pc:docMk/>
          <pc:sldMk cId="2413906912" sldId="312"/>
        </pc:sldMkLst>
        <pc:spChg chg="mod">
          <ac:chgData name="박성준" userId="f4acfe56-4bee-4f41-9e4a-a625955d4684" providerId="ADAL" clId="{2BC7C168-45A6-4103-90E2-80C03D632815}" dt="2021-07-07T12:40:17.105" v="72" actId="20577"/>
          <ac:spMkLst>
            <pc:docMk/>
            <pc:sldMk cId="2413906912" sldId="312"/>
            <ac:spMk id="6" creationId="{60A0F167-2F4C-4C88-BC5D-EF86EA32E2DC}"/>
          </ac:spMkLst>
        </pc:spChg>
        <pc:picChg chg="add mod">
          <ac:chgData name="박성준" userId="f4acfe56-4bee-4f41-9e4a-a625955d4684" providerId="ADAL" clId="{2BC7C168-45A6-4103-90E2-80C03D632815}" dt="2021-07-07T12:40:24.391" v="73" actId="1076"/>
          <ac:picMkLst>
            <pc:docMk/>
            <pc:sldMk cId="2413906912" sldId="312"/>
            <ac:picMk id="3" creationId="{78AC597C-2B1D-4242-8D11-73EC8FD72C96}"/>
          </ac:picMkLst>
        </pc:picChg>
      </pc:sldChg>
      <pc:sldChg chg="ord">
        <pc:chgData name="박성준" userId="f4acfe56-4bee-4f41-9e4a-a625955d4684" providerId="ADAL" clId="{2BC7C168-45A6-4103-90E2-80C03D632815}" dt="2021-07-07T14:53:44.147" v="77"/>
        <pc:sldMkLst>
          <pc:docMk/>
          <pc:sldMk cId="3229500222" sldId="349"/>
        </pc:sldMkLst>
      </pc:sldChg>
      <pc:sldChg chg="ord">
        <pc:chgData name="박성준" userId="f4acfe56-4bee-4f41-9e4a-a625955d4684" providerId="ADAL" clId="{2BC7C168-45A6-4103-90E2-80C03D632815}" dt="2021-07-07T14:53:49.019" v="81"/>
        <pc:sldMkLst>
          <pc:docMk/>
          <pc:sldMk cId="1545381406" sldId="350"/>
        </pc:sldMkLst>
      </pc:sldChg>
      <pc:sldChg chg="add del">
        <pc:chgData name="박성준" userId="f4acfe56-4bee-4f41-9e4a-a625955d4684" providerId="ADAL" clId="{2BC7C168-45A6-4103-90E2-80C03D632815}" dt="2021-07-07T12:39:31.738" v="38" actId="47"/>
        <pc:sldMkLst>
          <pc:docMk/>
          <pc:sldMk cId="4096835239" sldId="353"/>
        </pc:sldMkLst>
      </pc:sldChg>
      <pc:sldChg chg="modSp add del mod">
        <pc:chgData name="박성준" userId="f4acfe56-4bee-4f41-9e4a-a625955d4684" providerId="ADAL" clId="{2BC7C168-45A6-4103-90E2-80C03D632815}" dt="2021-07-07T12:39:32.591" v="39" actId="47"/>
        <pc:sldMkLst>
          <pc:docMk/>
          <pc:sldMk cId="3689318427" sldId="422"/>
        </pc:sldMkLst>
        <pc:spChg chg="mod">
          <ac:chgData name="박성준" userId="f4acfe56-4bee-4f41-9e4a-a625955d4684" providerId="ADAL" clId="{2BC7C168-45A6-4103-90E2-80C03D632815}" dt="2021-07-07T12:39:26.252" v="36" actId="20577"/>
          <ac:spMkLst>
            <pc:docMk/>
            <pc:sldMk cId="3689318427" sldId="422"/>
            <ac:spMk id="6" creationId="{60A0F167-2F4C-4C88-BC5D-EF86EA32E2DC}"/>
          </ac:spMkLst>
        </pc:spChg>
      </pc:sldChg>
    </pc:docChg>
  </pc:docChgLst>
  <pc:docChgLst>
    <pc:chgData name="박성준" userId="f4acfe56-4bee-4f41-9e4a-a625955d4684" providerId="ADAL" clId="{D25291E1-6E07-40A5-9D6E-69BFBF2EFF90}"/>
    <pc:docChg chg="delSld modSld modMainMaster">
      <pc:chgData name="박성준" userId="f4acfe56-4bee-4f41-9e4a-a625955d4684" providerId="ADAL" clId="{D25291E1-6E07-40A5-9D6E-69BFBF2EFF90}" dt="2022-01-03T13:41:44.397" v="25" actId="20577"/>
      <pc:docMkLst>
        <pc:docMk/>
      </pc:docMkLst>
      <pc:sldChg chg="modSp mod">
        <pc:chgData name="박성준" userId="f4acfe56-4bee-4f41-9e4a-a625955d4684" providerId="ADAL" clId="{D25291E1-6E07-40A5-9D6E-69BFBF2EFF90}" dt="2022-01-02T11:31:14.686" v="3" actId="20577"/>
        <pc:sldMkLst>
          <pc:docMk/>
          <pc:sldMk cId="1671968985" sldId="256"/>
        </pc:sldMkLst>
        <pc:spChg chg="mod">
          <ac:chgData name="박성준" userId="f4acfe56-4bee-4f41-9e4a-a625955d4684" providerId="ADAL" clId="{D25291E1-6E07-40A5-9D6E-69BFBF2EFF90}" dt="2022-01-02T11:31:14.686" v="3" actId="20577"/>
          <ac:spMkLst>
            <pc:docMk/>
            <pc:sldMk cId="1671968985" sldId="256"/>
            <ac:spMk id="2" creationId="{3D9CB0BF-81E0-42EC-91C8-E32C844400CF}"/>
          </ac:spMkLst>
        </pc:spChg>
      </pc:sldChg>
      <pc:sldChg chg="modSp mod">
        <pc:chgData name="박성준" userId="f4acfe56-4bee-4f41-9e4a-a625955d4684" providerId="ADAL" clId="{D25291E1-6E07-40A5-9D6E-69BFBF2EFF90}" dt="2022-01-03T13:41:44.397" v="25" actId="20577"/>
        <pc:sldMkLst>
          <pc:docMk/>
          <pc:sldMk cId="3571302514" sldId="287"/>
        </pc:sldMkLst>
        <pc:spChg chg="mod">
          <ac:chgData name="박성준" userId="f4acfe56-4bee-4f41-9e4a-a625955d4684" providerId="ADAL" clId="{D25291E1-6E07-40A5-9D6E-69BFBF2EFF90}" dt="2022-01-03T13:41:44.397" v="25" actId="20577"/>
          <ac:spMkLst>
            <pc:docMk/>
            <pc:sldMk cId="3571302514" sldId="287"/>
            <ac:spMk id="6" creationId="{60A0F167-2F4C-4C88-BC5D-EF86EA32E2DC}"/>
          </ac:spMkLst>
        </pc:spChg>
        <pc:spChg chg="mod">
          <ac:chgData name="박성준" userId="f4acfe56-4bee-4f41-9e4a-a625955d4684" providerId="ADAL" clId="{D25291E1-6E07-40A5-9D6E-69BFBF2EFF90}" dt="2022-01-03T13:41:39.178" v="22" actId="20577"/>
          <ac:spMkLst>
            <pc:docMk/>
            <pc:sldMk cId="3571302514" sldId="287"/>
            <ac:spMk id="9" creationId="{2491941C-B6E9-4CA3-A84A-9BCABEE0BC1B}"/>
          </ac:spMkLst>
        </pc:spChg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93827019" sldId="302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227109302" sldId="303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852571009" sldId="304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805847739" sldId="305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2801441494" sldId="313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2784183662" sldId="314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14366710" sldId="315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2968921488" sldId="316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665800423" sldId="317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2196661402" sldId="318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861582894" sldId="319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3870154596" sldId="320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762745013" sldId="321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3328147373" sldId="322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3487135550" sldId="323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257456127" sldId="324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415479314" sldId="325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4180411116" sldId="326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767940605" sldId="327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3900687604" sldId="328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609391148" sldId="329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3333784575" sldId="330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3311515950" sldId="331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300979873" sldId="332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4176406218" sldId="333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2554373718" sldId="334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4238395705" sldId="335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954723372" sldId="337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768774666" sldId="338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3915367215" sldId="339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3069319410" sldId="340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692523912" sldId="341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2892455240" sldId="342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838290624" sldId="343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4135131310" sldId="344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251331639" sldId="345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2069127081" sldId="346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4215216715" sldId="347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403132180" sldId="348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3229500222" sldId="349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545381406" sldId="350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74238174" sldId="351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3872402681" sldId="354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4184537288" sldId="355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2921595136" sldId="356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3918199596" sldId="357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3952932041" sldId="358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562344724" sldId="375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3224565654" sldId="376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2238474116" sldId="377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2468945503" sldId="380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2348318266" sldId="381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488115516" sldId="382"/>
        </pc:sldMkLst>
      </pc:sldChg>
      <pc:sldChg chg="del">
        <pc:chgData name="박성준" userId="f4acfe56-4bee-4f41-9e4a-a625955d4684" providerId="ADAL" clId="{D25291E1-6E07-40A5-9D6E-69BFBF2EFF90}" dt="2022-01-02T11:25:46.718" v="0" actId="47"/>
        <pc:sldMkLst>
          <pc:docMk/>
          <pc:sldMk cId="1578255453" sldId="384"/>
        </pc:sldMkLst>
      </pc:sldChg>
      <pc:sldMasterChg chg="modSp mod">
        <pc:chgData name="박성준" userId="f4acfe56-4bee-4f41-9e4a-a625955d4684" providerId="ADAL" clId="{D25291E1-6E07-40A5-9D6E-69BFBF2EFF90}" dt="2022-01-03T13:41:19.906" v="5" actId="20577"/>
        <pc:sldMasterMkLst>
          <pc:docMk/>
          <pc:sldMasterMk cId="2356705182" sldId="2147483648"/>
        </pc:sldMasterMkLst>
        <pc:spChg chg="mod">
          <ac:chgData name="박성준" userId="f4acfe56-4bee-4f41-9e4a-a625955d4684" providerId="ADAL" clId="{D25291E1-6E07-40A5-9D6E-69BFBF2EFF90}" dt="2022-01-03T13:41:19.906" v="5" actId="20577"/>
          <ac:spMkLst>
            <pc:docMk/>
            <pc:sldMasterMk cId="2356705182" sldId="2147483648"/>
            <ac:spMk id="8" creationId="{D2DFC8A1-5900-4BBB-8AF0-7B8B384455A7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15E915-3F6B-4A18-930E-A70B79597647}" type="datetimeFigureOut">
              <a:rPr lang="ko-KR" altLang="en-US" smtClean="0"/>
              <a:t>2025. 4. 5.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6BE342-2AA5-4E86-ADCC-6BECD7892C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7294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01DBF7-B621-461F-951B-ED5E481C21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E698C7-DE43-43AF-B5B3-254CE4917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EB761E-C3FB-450B-AF40-9DE7CC38E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56AF-D9BE-405C-A45F-E4D4B6E19FD1}" type="datetimeFigureOut">
              <a:rPr lang="ko-KR" altLang="en-US" smtClean="0"/>
              <a:t>2025. 4. 5.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81C213-E014-4C3A-A3AD-A97C9BC80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2827" y="5969191"/>
            <a:ext cx="2743200" cy="365125"/>
          </a:xfrm>
          <a:prstGeom prst="rect">
            <a:avLst/>
          </a:prstGeom>
        </p:spPr>
        <p:txBody>
          <a:bodyPr/>
          <a:lstStyle/>
          <a:p>
            <a:fld id="{131CD104-9378-484A-A44A-6118CAA5533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9E63BA-EFC0-826B-858E-4631C9CB8DB1}"/>
              </a:ext>
            </a:extLst>
          </p:cNvPr>
          <p:cNvSpPr txBox="1"/>
          <p:nvPr userDrawn="1"/>
        </p:nvSpPr>
        <p:spPr>
          <a:xfrm>
            <a:off x="11450782" y="6488668"/>
            <a:ext cx="66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77"/>
                <a:cs typeface="Apple Chancery" panose="03020702040506060504" pitchFamily="66" charset="-79"/>
              </a:rPr>
              <a:t>ASC</a:t>
            </a:r>
          </a:p>
        </p:txBody>
      </p:sp>
    </p:spTree>
    <p:extLst>
      <p:ext uri="{BB962C8B-B14F-4D97-AF65-F5344CB8AC3E}">
        <p14:creationId xmlns:p14="http://schemas.microsoft.com/office/powerpoint/2010/main" val="410280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87E7DD-F567-4AE2-BAAB-C2C3CF06E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32851B-7317-4550-941D-E992A20CB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239259-FEBD-4775-BBDB-ED20ED941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56AF-D9BE-405C-A45F-E4D4B6E19FD1}" type="datetimeFigureOut">
              <a:rPr lang="ko-KR" altLang="en-US" smtClean="0"/>
              <a:t>2025. 4. 5.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569700-A068-47DB-84CA-CAC0B0113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57780" y="6479598"/>
            <a:ext cx="5334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5FD1EF-450E-4AC8-9C6F-F45B6B2C2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1400" y="5718969"/>
            <a:ext cx="2743200" cy="365125"/>
          </a:xfrm>
          <a:prstGeom prst="rect">
            <a:avLst/>
          </a:prstGeom>
        </p:spPr>
        <p:txBody>
          <a:bodyPr/>
          <a:lstStyle/>
          <a:p>
            <a:fld id="{131CD104-9378-484A-A44A-6118CAA55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8382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E39B31-59A9-411A-81CB-1A5800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72F93B-88CB-4A01-82D7-FFCB737D1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826C99-A5B2-4530-9E28-08ED4E611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56AF-D9BE-405C-A45F-E4D4B6E19FD1}" type="datetimeFigureOut">
              <a:rPr lang="ko-KR" altLang="en-US" smtClean="0"/>
              <a:t>2025. 4. 5.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177216-7FC9-427D-905D-AAF18B684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57780" y="6479598"/>
            <a:ext cx="533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32C628-923C-4631-AEF8-4AC6CEBB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1400" y="5718969"/>
            <a:ext cx="2743200" cy="365125"/>
          </a:xfrm>
          <a:prstGeom prst="rect">
            <a:avLst/>
          </a:prstGeom>
        </p:spPr>
        <p:txBody>
          <a:bodyPr/>
          <a:lstStyle/>
          <a:p>
            <a:fld id="{131CD104-9378-484A-A44A-6118CAA55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57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CD1E20-D49E-4E65-867A-EE7737551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EA2882-41FE-4613-AF12-561E03E37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BB1B2A-148B-4843-9B74-CFD3260E7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73D249-F923-482B-A798-79547CC41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56AF-D9BE-405C-A45F-E4D4B6E19FD1}" type="datetimeFigureOut">
              <a:rPr lang="ko-KR" altLang="en-US" smtClean="0"/>
              <a:t>2025. 4. 5.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494311-B720-42FC-827F-F3F97BF66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57780" y="6479598"/>
            <a:ext cx="533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F3945F-926A-4757-B3B6-B42D4B386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1400" y="5718969"/>
            <a:ext cx="2743200" cy="365125"/>
          </a:xfrm>
          <a:prstGeom prst="rect">
            <a:avLst/>
          </a:prstGeom>
        </p:spPr>
        <p:txBody>
          <a:bodyPr/>
          <a:lstStyle/>
          <a:p>
            <a:fld id="{131CD104-9378-484A-A44A-6118CAA55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220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B6158D-6AEC-4833-B87E-BD3E9A789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FF112B-33BD-42CB-AE25-35828DAE7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A0D3B1-EFC6-4A46-8D50-4DA058554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B483D3B-EB66-4DA5-86DC-A06C00B752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75B1771-4F02-4303-9949-D17C601053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7BB3B12-8034-4EB9-AD13-4F876D6A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56AF-D9BE-405C-A45F-E4D4B6E19FD1}" type="datetimeFigureOut">
              <a:rPr lang="ko-KR" altLang="en-US" smtClean="0"/>
              <a:t>2025. 4. 5.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A492FBD-82CD-46BF-A195-54D21097F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57780" y="6479598"/>
            <a:ext cx="533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CDF7A47-8004-4BEF-8BDA-E15877EE5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1400" y="5718969"/>
            <a:ext cx="2743200" cy="365125"/>
          </a:xfrm>
          <a:prstGeom prst="rect">
            <a:avLst/>
          </a:prstGeom>
        </p:spPr>
        <p:txBody>
          <a:bodyPr/>
          <a:lstStyle/>
          <a:p>
            <a:fld id="{131CD104-9378-484A-A44A-6118CAA55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784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2F038-5804-409E-A1DD-BBD006253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068421D-E944-45D6-A924-D19D218A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56AF-D9BE-405C-A45F-E4D4B6E19FD1}" type="datetimeFigureOut">
              <a:rPr lang="ko-KR" altLang="en-US" smtClean="0"/>
              <a:t>2025. 4. 5.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A86C339-2AE1-4CEE-B1CA-272ACE903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57780" y="6479598"/>
            <a:ext cx="533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342714-0F06-4A87-BDA3-AA0CA8F21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1400" y="5718969"/>
            <a:ext cx="2743200" cy="365125"/>
          </a:xfrm>
          <a:prstGeom prst="rect">
            <a:avLst/>
          </a:prstGeom>
        </p:spPr>
        <p:txBody>
          <a:bodyPr/>
          <a:lstStyle/>
          <a:p>
            <a:fld id="{131CD104-9378-484A-A44A-6118CAA55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648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6B57D01-BFBD-4436-8261-984FA97B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56AF-D9BE-405C-A45F-E4D4B6E19FD1}" type="datetimeFigureOut">
              <a:rPr lang="ko-KR" altLang="en-US" smtClean="0"/>
              <a:t>2025. 4. 5.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7A9085B-DB78-49CE-8A0B-929C812D0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57780" y="6479598"/>
            <a:ext cx="533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1EDB00-4EA5-4E73-B0EE-9ECB1F6F0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1400" y="5718969"/>
            <a:ext cx="2743200" cy="365125"/>
          </a:xfrm>
          <a:prstGeom prst="rect">
            <a:avLst/>
          </a:prstGeom>
        </p:spPr>
        <p:txBody>
          <a:bodyPr/>
          <a:lstStyle/>
          <a:p>
            <a:fld id="{131CD104-9378-484A-A44A-6118CAA55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115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6A9F6B-1083-4F4F-BA87-F8BD0078A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D6F09B-D2CC-422F-BD82-1D96BB47F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5B312F5-216A-4977-8314-27B4A59CD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8BD8DF-A72E-4797-BDB1-2F62C85CB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56AF-D9BE-405C-A45F-E4D4B6E19FD1}" type="datetimeFigureOut">
              <a:rPr lang="ko-KR" altLang="en-US" smtClean="0"/>
              <a:t>2025. 4. 5.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FE727D-60F3-465E-912D-AB110F947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57780" y="6479598"/>
            <a:ext cx="533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97F553-1105-4DAA-891F-930F31D7D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1400" y="5718969"/>
            <a:ext cx="2743200" cy="365125"/>
          </a:xfrm>
          <a:prstGeom prst="rect">
            <a:avLst/>
          </a:prstGeom>
        </p:spPr>
        <p:txBody>
          <a:bodyPr/>
          <a:lstStyle/>
          <a:p>
            <a:fld id="{131CD104-9378-484A-A44A-6118CAA55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64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95F044-0710-4F8D-A256-0E3F77917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C97BCD0-81A7-4740-8913-CD4C079904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12F0AA-B2A7-493B-96F5-B6B3D7A30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A4A19C-89D1-4020-B925-97DB12A4E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56AF-D9BE-405C-A45F-E4D4B6E19FD1}" type="datetimeFigureOut">
              <a:rPr lang="ko-KR" altLang="en-US" smtClean="0"/>
              <a:t>2025. 4. 5.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6E7735-D46A-4D9E-AFEF-5C40F9135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57780" y="6479598"/>
            <a:ext cx="533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D75F67-D9D4-4047-ABC2-631D035BB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1400" y="5718969"/>
            <a:ext cx="2743200" cy="365125"/>
          </a:xfrm>
          <a:prstGeom prst="rect">
            <a:avLst/>
          </a:prstGeom>
        </p:spPr>
        <p:txBody>
          <a:bodyPr/>
          <a:lstStyle/>
          <a:p>
            <a:fld id="{131CD104-9378-484A-A44A-6118CAA55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806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5D9E7F-DBA1-4C28-9D5C-2379B3E4E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9D5CF1-8E0A-4466-AE62-42540B706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7E60F8-4863-4824-9921-BA7360FFD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56AF-D9BE-405C-A45F-E4D4B6E19FD1}" type="datetimeFigureOut">
              <a:rPr lang="ko-KR" altLang="en-US" smtClean="0"/>
              <a:t>2025. 4. 5.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3548FC-D4DB-474D-90AB-E3809DCF6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57780" y="6479598"/>
            <a:ext cx="533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084A28-7A7D-489B-9C2F-8E5B866D7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1400" y="5718969"/>
            <a:ext cx="2743200" cy="365125"/>
          </a:xfrm>
          <a:prstGeom prst="rect">
            <a:avLst/>
          </a:prstGeom>
        </p:spPr>
        <p:txBody>
          <a:bodyPr/>
          <a:lstStyle/>
          <a:p>
            <a:fld id="{131CD104-9378-484A-A44A-6118CAA55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994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1E23CE3-F7E9-4A2C-BE76-D6D17B530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08ED83-7CC4-4939-90E3-55D073C5A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9EC7EA-B0CA-402A-AE60-D181B608A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56AF-D9BE-405C-A45F-E4D4B6E19FD1}" type="datetimeFigureOut">
              <a:rPr lang="ko-KR" altLang="en-US" smtClean="0"/>
              <a:t>2025. 4. 5.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D4064D-CD5F-4670-AA22-D866275F0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57780" y="6479598"/>
            <a:ext cx="533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6CFE17-E98A-4067-B56C-5BC1EFEC8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1400" y="5718969"/>
            <a:ext cx="2743200" cy="365125"/>
          </a:xfrm>
          <a:prstGeom prst="rect">
            <a:avLst/>
          </a:prstGeom>
        </p:spPr>
        <p:txBody>
          <a:bodyPr/>
          <a:lstStyle/>
          <a:p>
            <a:fld id="{131CD104-9378-484A-A44A-6118CAA55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727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ADD7D7D-9FF6-4F74-A789-2016A014C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A7AD32-E06B-41E0-BB1F-0ED1F3C65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378918-7749-4BFA-AC7C-CA2361D754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4656AF-D9BE-405C-A45F-E4D4B6E19FD1}" type="datetimeFigureOut">
              <a:rPr lang="ko-KR" altLang="en-US" smtClean="0"/>
              <a:t>2025. 4. 5.</a:t>
            </a:fld>
            <a:endParaRPr lang="ko-KR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29A9587-79EB-421F-9DC4-0E0777F728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/>
          <a:lstStyle>
            <a:lvl1pPr algn="ctr">
              <a:defRPr sz="1050">
                <a:solidFill>
                  <a:schemeClr val="tx1"/>
                </a:solidFill>
                <a:latin typeface="a고딕11" panose="02020600000000000000" pitchFamily="18" charset="-127"/>
                <a:ea typeface="a고딕11" panose="02020600000000000000" pitchFamily="18" charset="-127"/>
              </a:defRPr>
            </a:lvl1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E5023E-9DA3-75BD-A008-B5105D3D787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256960" y="-3316"/>
            <a:ext cx="935040" cy="93504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DB1EB2E-4046-805B-C5A1-BCEF665DF9F1}"/>
              </a:ext>
            </a:extLst>
          </p:cNvPr>
          <p:cNvCxnSpPr>
            <a:cxnSpLocks/>
          </p:cNvCxnSpPr>
          <p:nvPr userDrawn="1"/>
        </p:nvCxnSpPr>
        <p:spPr>
          <a:xfrm>
            <a:off x="0" y="644539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37FFD7F-1F42-F9F1-C09E-2EAC14DBEB44}"/>
              </a:ext>
            </a:extLst>
          </p:cNvPr>
          <p:cNvSpPr txBox="1"/>
          <p:nvPr userDrawn="1"/>
        </p:nvSpPr>
        <p:spPr>
          <a:xfrm>
            <a:off x="11450782" y="6488668"/>
            <a:ext cx="66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Baskerville Old Face" panose="02020602080505020303" pitchFamily="18" charset="77"/>
                <a:cs typeface="Apple Chancery" panose="03020702040506060504" pitchFamily="66" charset="-79"/>
              </a:rPr>
              <a:t>ASC</a:t>
            </a:r>
          </a:p>
        </p:txBody>
      </p:sp>
    </p:spTree>
    <p:extLst>
      <p:ext uri="{BB962C8B-B14F-4D97-AF65-F5344CB8AC3E}">
        <p14:creationId xmlns:p14="http://schemas.microsoft.com/office/powerpoint/2010/main" val="2356705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9CB0BF-81E0-42EC-91C8-E32C84440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866947"/>
            <a:ext cx="10058400" cy="1277112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SEOULNAMSANC M" panose="02020603020101020101" pitchFamily="18" charset="-127"/>
                <a:ea typeface="SEOULNAMSANC M" panose="02020603020101020101" pitchFamily="18" charset="-127"/>
              </a:rPr>
              <a:t>ASC</a:t>
            </a:r>
            <a:endParaRPr lang="ko-KR" altLang="en-US" b="1" dirty="0">
              <a:latin typeface="SEOULNAMSANC M" panose="02020603020101020101" pitchFamily="18" charset="-127"/>
              <a:ea typeface="SEOULNAMSANC M" panose="02020603020101020101" pitchFamily="18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379862-334E-462A-BC01-BB5250028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606800"/>
            <a:ext cx="10058400" cy="1143000"/>
          </a:xfrm>
        </p:spPr>
        <p:txBody>
          <a:bodyPr/>
          <a:lstStyle/>
          <a:p>
            <a:r>
              <a:rPr lang="en-US" altLang="ko-KR" dirty="0">
                <a:latin typeface="SeoulNamsanC M" panose="02020603020101020101" pitchFamily="18" charset="-127"/>
                <a:ea typeface="SeoulNamsanC M" panose="02020603020101020101" pitchFamily="18" charset="-127"/>
              </a:rPr>
              <a:t>2024. 01. 18</a:t>
            </a:r>
            <a:endParaRPr lang="ko-KR" altLang="en-US" dirty="0">
              <a:latin typeface="SeoulNamsanC M" panose="02020603020101020101" pitchFamily="18" charset="-127"/>
              <a:ea typeface="SeoulNamsanC M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EDA86C8-BA67-4728-BF3F-1E21AEBEBCAB}"/>
              </a:ext>
            </a:extLst>
          </p:cNvPr>
          <p:cNvCxnSpPr>
            <a:cxnSpLocks/>
          </p:cNvCxnSpPr>
          <p:nvPr/>
        </p:nvCxnSpPr>
        <p:spPr>
          <a:xfrm>
            <a:off x="1097280" y="3251200"/>
            <a:ext cx="957072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968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BAF34-0D1E-25C4-CED1-5005EC0C3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38120D-393A-CAA0-ACBE-B778E507C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2392878"/>
            <a:ext cx="10058400" cy="1277112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Consolas" panose="020B0609020204030204" pitchFamily="49" charset="0"/>
                <a:cs typeface="Consolas" panose="020B0609020204030204" pitchFamily="49" charset="0"/>
              </a:rPr>
              <a:t>Subject</a:t>
            </a:r>
            <a:endParaRPr lang="ko-KR" alt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275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79B57-C1BC-EF4A-8312-F6844E2D9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2802FB-4BD1-2CC8-1D81-9B95A71A35EB}"/>
              </a:ext>
            </a:extLst>
          </p:cNvPr>
          <p:cNvSpPr txBox="1"/>
          <p:nvPr/>
        </p:nvSpPr>
        <p:spPr>
          <a:xfrm>
            <a:off x="346841" y="252249"/>
            <a:ext cx="3983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NanumGothic" panose="020D0604000000000000" pitchFamily="34" charset="-127"/>
                <a:cs typeface="Consolas" panose="020B0609020204030204" pitchFamily="49" charset="0"/>
              </a:rPr>
              <a:t>Subject</a:t>
            </a:r>
            <a:endParaRPr lang="en-KR" b="1" dirty="0">
              <a:latin typeface="NanumGothic" panose="020D0604000000000000" pitchFamily="34" charset="-127"/>
              <a:cs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DB90C7-36FC-5B13-CAD7-300F6259A739}"/>
              </a:ext>
            </a:extLst>
          </p:cNvPr>
          <p:cNvSpPr txBox="1"/>
          <p:nvPr/>
        </p:nvSpPr>
        <p:spPr>
          <a:xfrm>
            <a:off x="346841" y="1074546"/>
            <a:ext cx="10915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context</a:t>
            </a:r>
          </a:p>
        </p:txBody>
      </p:sp>
    </p:spTree>
    <p:extLst>
      <p:ext uri="{BB962C8B-B14F-4D97-AF65-F5344CB8AC3E}">
        <p14:creationId xmlns:p14="http://schemas.microsoft.com/office/powerpoint/2010/main" val="3113339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</TotalTime>
  <Words>9</Words>
  <Application>Microsoft Macintosh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a고딕11</vt:lpstr>
      <vt:lpstr>맑은 고딕</vt:lpstr>
      <vt:lpstr>NanumGothic</vt:lpstr>
      <vt:lpstr>SeoulNamsanC M</vt:lpstr>
      <vt:lpstr>SeoulNamsanC M</vt:lpstr>
      <vt:lpstr>Arial</vt:lpstr>
      <vt:lpstr>Baskerville Old Face</vt:lpstr>
      <vt:lpstr>Consolas</vt:lpstr>
      <vt:lpstr>Office 테마</vt:lpstr>
      <vt:lpstr>ASC</vt:lpstr>
      <vt:lpstr>Subject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시스템해킹 기초 소수전공</dc:title>
  <dc:creator>박성준</dc:creator>
  <cp:lastModifiedBy>김명현</cp:lastModifiedBy>
  <cp:revision>31</cp:revision>
  <dcterms:created xsi:type="dcterms:W3CDTF">2021-07-07T12:10:36Z</dcterms:created>
  <dcterms:modified xsi:type="dcterms:W3CDTF">2025-04-05T09:58:36Z</dcterms:modified>
</cp:coreProperties>
</file>